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Montserrat"/>
      <p:regular r:id="rId14"/>
    </p:embeddedFont>
    <p:embeddedFont>
      <p:font typeface="Montserrat"/>
      <p:regular r:id="rId15"/>
    </p:embeddedFont>
    <p:embeddedFont>
      <p:font typeface="Montserrat"/>
      <p:regular r:id="rId16"/>
    </p:embeddedFont>
    <p:embeddedFont>
      <p:font typeface="Montserrat"/>
      <p:regular r:id="rId17"/>
    </p:embeddedFont>
    <p:embeddedFont>
      <p:font typeface="Source Sans 3"/>
      <p:regular r:id="rId18"/>
    </p:embeddedFont>
    <p:embeddedFont>
      <p:font typeface="Source Sans 3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370290"/>
            <a:ext cx="7416403" cy="28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Edge AI Based Battery-Powered Anomaly Detection Using Tiny Random Forest Model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4545568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5193387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Spandana P Shetty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3798" y="5841206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Veekshitha R Achar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3798" y="6489025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Harshitha C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5888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873693"/>
            <a:ext cx="6150293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aims to build 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anomaly detection system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designed specifically for battery-powered IoT edge devices. The system detects unusual sensor behavior instantly, operating independently without continuous cloud connectivity.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4946571"/>
            <a:ext cx="615029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leveraging 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lightweight machine learning model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the solution enables autonomous decision-making at the edge, making it ideal for remote monitoring applications where power efficiency and real-time response are critical.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3929" y="2907983"/>
            <a:ext cx="6150293" cy="34850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02588"/>
            <a:ext cx="856559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How the Project Will Be Built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1897499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implementation followed a systematic five-stage approach, from data preparation to edge deployment: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2545318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3798" y="2934295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863798" y="311860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3798" y="3617238"/>
            <a:ext cx="413635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Gathered sensor values including temperature, voltage, and device activity from real-world IoT deployments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246965" y="2545318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6965" y="2934295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5246965" y="311860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Preprocessing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46965" y="3617238"/>
            <a:ext cx="41363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Removed noise, normalized values, and created optimized feature vectors for model training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30132" y="2545318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0132" y="2934295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9630132" y="311860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Selection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30132" y="3617238"/>
            <a:ext cx="41363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Chose Tiny Random Forest architecture for its balance of accuracy and efficiency on constrained hardware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3798" y="5529739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3798" y="5918716"/>
            <a:ext cx="6327934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863798" y="610302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3798" y="6601658"/>
            <a:ext cx="632793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Reduced number of trees, limited tree depth, and implemented low-memory design patterns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438549" y="5529739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438549" y="5918716"/>
            <a:ext cx="6327934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2" name="Text 20"/>
          <p:cNvSpPr/>
          <p:nvPr/>
        </p:nvSpPr>
        <p:spPr>
          <a:xfrm>
            <a:off x="7438549" y="610302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Edge Deployment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38549" y="6601658"/>
            <a:ext cx="632793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Simulated deployment on microcontroller platforms to validate real-world performance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9863" y="782122"/>
            <a:ext cx="7524274" cy="1314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Architecture and Working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809863" y="2639139"/>
            <a:ext cx="3155513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Processing Flow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809863" y="3250406"/>
            <a:ext cx="3479840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model follows a streamlined pipeline that transforms raw sensor data into actionable insights: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09863" y="4454247"/>
            <a:ext cx="3479840" cy="291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sensor input captured in real-time</a:t>
            </a:r>
            <a:endParaRPr lang="en-US" sz="18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extraction and normalization</a:t>
            </a:r>
            <a:endParaRPr lang="en-US" sz="18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Parallel analysis by decision trees</a:t>
            </a:r>
            <a:endParaRPr lang="en-US" sz="18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Majority voting determines final output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61917" y="2639139"/>
            <a:ext cx="3426262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Decision Mechanism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4861917" y="3250406"/>
            <a:ext cx="3479840" cy="268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Multiple small decision trees analyze each input independently. Each tree predicts either "Normal" or "Anomaly" based on learned patterns. The final classification emerges from </a:t>
            </a:r>
            <a:pPr algn="l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majority voting</a:t>
            </a:r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ensuring robust and accurate detection.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863" y="665559"/>
            <a:ext cx="7254716" cy="65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Tiny Random Forest?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809863" y="1756767"/>
            <a:ext cx="13010674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architecture offers distinct advantages for battery-powered edge devices compared to deep learning alternatives: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9863" y="2336959"/>
            <a:ext cx="6396871" cy="2505075"/>
          </a:xfrm>
          <a:prstGeom prst="roundRect">
            <a:avLst>
              <a:gd name="adj" fmla="val 1386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41202" y="2568297"/>
            <a:ext cx="694134" cy="694134"/>
          </a:xfrm>
          <a:prstGeom prst="roundRect">
            <a:avLst>
              <a:gd name="adj" fmla="val 13171932"/>
            </a:avLst>
          </a:prstGeom>
          <a:solidFill>
            <a:srgbClr val="2D2E3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2059" y="2759154"/>
            <a:ext cx="312301" cy="3123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1202" y="3479363"/>
            <a:ext cx="2717602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 Memory Usage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041202" y="3938230"/>
            <a:ext cx="5934194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Minimal RAM footprint enables deployment on microcontrollers with limited resources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423666" y="2336959"/>
            <a:ext cx="6396871" cy="2505075"/>
          </a:xfrm>
          <a:prstGeom prst="roundRect">
            <a:avLst>
              <a:gd name="adj" fmla="val 1386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655004" y="2568297"/>
            <a:ext cx="694134" cy="694134"/>
          </a:xfrm>
          <a:prstGeom prst="roundRect">
            <a:avLst>
              <a:gd name="adj" fmla="val 13171932"/>
            </a:avLst>
          </a:prstGeom>
          <a:solidFill>
            <a:srgbClr val="2D2E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5862" y="2759154"/>
            <a:ext cx="312301" cy="3123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5004" y="3479363"/>
            <a:ext cx="2904411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Fast Inference Speed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7655004" y="3938230"/>
            <a:ext cx="5934194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 predictions without complex matrix operations reduce latency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809863" y="5058966"/>
            <a:ext cx="6396871" cy="2505075"/>
          </a:xfrm>
          <a:prstGeom prst="roundRect">
            <a:avLst>
              <a:gd name="adj" fmla="val 1386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1041202" y="5290304"/>
            <a:ext cx="694134" cy="694134"/>
          </a:xfrm>
          <a:prstGeom prst="roundRect">
            <a:avLst>
              <a:gd name="adj" fmla="val 13171932"/>
            </a:avLst>
          </a:prstGeom>
          <a:solidFill>
            <a:srgbClr val="2D2E3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2059" y="5481161"/>
            <a:ext cx="312301" cy="3123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1202" y="6201370"/>
            <a:ext cx="262949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Energy Efficient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1041202" y="6660237"/>
            <a:ext cx="5934194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Less computation translates directly to lower power consumption and extended battery life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7423666" y="5058966"/>
            <a:ext cx="6396871" cy="2505075"/>
          </a:xfrm>
          <a:prstGeom prst="roundRect">
            <a:avLst>
              <a:gd name="adj" fmla="val 1386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655004" y="5290304"/>
            <a:ext cx="694134" cy="694134"/>
          </a:xfrm>
          <a:prstGeom prst="roundRect">
            <a:avLst>
              <a:gd name="adj" fmla="val 13171932"/>
            </a:avLst>
          </a:prstGeom>
          <a:solidFill>
            <a:srgbClr val="2D2E3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5862" y="5481161"/>
            <a:ext cx="312301" cy="31230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5004" y="6201370"/>
            <a:ext cx="262949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Good Accuracy</a:t>
            </a:r>
            <a:endParaRPr lang="en-US" sz="2050" dirty="0"/>
          </a:p>
        </p:txBody>
      </p:sp>
      <p:sp>
        <p:nvSpPr>
          <p:cNvPr id="23" name="Text 17"/>
          <p:cNvSpPr/>
          <p:nvPr/>
        </p:nvSpPr>
        <p:spPr>
          <a:xfrm>
            <a:off x="7655004" y="6660237"/>
            <a:ext cx="5934194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Maintains high detection rates while minimizing false positives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44" y="919401"/>
            <a:ext cx="6914436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Applications in Industry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50344" y="2087880"/>
            <a:ext cx="12929711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anomaly detection system can be deployed across diverse sectors requiring real-time monitoring: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344" y="2718435"/>
            <a:ext cx="607338" cy="6073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6648" y="2718435"/>
            <a:ext cx="276105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 Homes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756648" y="3206948"/>
            <a:ext cx="5409009" cy="72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appliance behavior, detect security breaches, and identify electrical faults in residential IoT systems</a:t>
            </a:r>
            <a:endParaRPr lang="en-US" sz="1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623" y="2718435"/>
            <a:ext cx="607338" cy="6073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70927" y="2718435"/>
            <a:ext cx="306216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Industrial Monitoring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8370927" y="3206948"/>
            <a:ext cx="5409128" cy="72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 equipment failures, track sensor drift, and ensure manufacturing quality control</a:t>
            </a:r>
            <a:endParaRPr lang="en-US" sz="1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44" y="4408408"/>
            <a:ext cx="607338" cy="6073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56648" y="4408408"/>
            <a:ext cx="317908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Healthcare Wearables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1756648" y="4896922"/>
            <a:ext cx="5409009" cy="72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abnormal vital signs, monitor patient activity patterns, and trigger emergency alerts</a:t>
            </a:r>
            <a:endParaRPr lang="en-US" sz="1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4623" y="4408408"/>
            <a:ext cx="607338" cy="6073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70927" y="4408408"/>
            <a:ext cx="276105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 Agriculture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8370927" y="4896922"/>
            <a:ext cx="5409128" cy="72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soil conditions, monitor irrigation systems, and detect environmental anomalies in precision farming</a:t>
            </a:r>
            <a:endParaRPr lang="en-US" sz="1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344" y="6098381"/>
            <a:ext cx="607338" cy="6073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56648" y="6098381"/>
            <a:ext cx="3042761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Energy Management</a:t>
            </a:r>
            <a:endParaRPr lang="en-US" sz="2150" dirty="0"/>
          </a:p>
        </p:txBody>
      </p:sp>
      <p:sp>
        <p:nvSpPr>
          <p:cNvPr id="18" name="Text 11"/>
          <p:cNvSpPr/>
          <p:nvPr/>
        </p:nvSpPr>
        <p:spPr>
          <a:xfrm>
            <a:off x="1756648" y="6586895"/>
            <a:ext cx="5409009" cy="72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power consumption irregularities, detect grid anomalies, and prevent electrical hazards</a:t>
            </a:r>
            <a:endParaRPr lang="en-US" sz="1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64623" y="6098381"/>
            <a:ext cx="607338" cy="60733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370927" y="6098381"/>
            <a:ext cx="276105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 Security</a:t>
            </a:r>
            <a:endParaRPr lang="en-US" sz="2150" dirty="0"/>
          </a:p>
        </p:txBody>
      </p:sp>
      <p:sp>
        <p:nvSpPr>
          <p:cNvPr id="21" name="Text 13"/>
          <p:cNvSpPr/>
          <p:nvPr/>
        </p:nvSpPr>
        <p:spPr>
          <a:xfrm>
            <a:off x="8370927" y="6586895"/>
            <a:ext cx="5409128" cy="72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Spot unauthorized access patterns, detect network intrusions, and protect connected devices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00319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References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795230"/>
            <a:ext cx="4136350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2795230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307252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Reis et al.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2535" y="3571161"/>
            <a:ext cx="34903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Lightweight Signal Processing and Edge AI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2025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46965" y="2795230"/>
            <a:ext cx="4136350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6485" y="2795230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5615702" y="307252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MDPI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15702" y="3571161"/>
            <a:ext cx="34903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Optimized Random Forest for IoT Anomaly Detection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2025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2795230"/>
            <a:ext cx="4136350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9652" y="2795230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3" name="Text 11"/>
          <p:cNvSpPr/>
          <p:nvPr/>
        </p:nvSpPr>
        <p:spPr>
          <a:xfrm>
            <a:off x="9998869" y="307252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Informatica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98869" y="3571161"/>
            <a:ext cx="34903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Lightweight Edge Deployable ANN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2025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3798" y="4835604"/>
            <a:ext cx="4136350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18" y="4835604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7" name="Text 15"/>
          <p:cNvSpPr/>
          <p:nvPr/>
        </p:nvSpPr>
        <p:spPr>
          <a:xfrm>
            <a:off x="1232535" y="511290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ScienceDirect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2535" y="5611535"/>
            <a:ext cx="349031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TinyML Intrusion Detection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2025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246965" y="4835604"/>
            <a:ext cx="4136350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6485" y="4835604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21" name="Text 19"/>
          <p:cNvSpPr/>
          <p:nvPr/>
        </p:nvSpPr>
        <p:spPr>
          <a:xfrm>
            <a:off x="5615702" y="511290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arXiv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15702" y="5611535"/>
            <a:ext cx="34903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Embedded Anomaly Detection Survey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2025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2026-04-28T09:19:38Z</dcterms:created>
  <dcterms:modified xsi:type="dcterms:W3CDTF">2026-04-28T09:19:38Z</dcterms:modified>
</cp:coreProperties>
</file>